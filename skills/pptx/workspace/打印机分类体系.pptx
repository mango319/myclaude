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E40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42441" y="1709738"/>
            <a:ext cx="5258970" cy="942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0"/>
              </a:spcAft>
              <a:buNone/>
            </a:pPr>
            <a:r>
              <a:rPr lang="en-US" sz="5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打印机分类体系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2143125" y="3033713"/>
            <a:ext cx="48577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全方位解析打印机类型与应用场景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901"/>
          </a:xfrm>
          <a:prstGeom prst="rect">
            <a:avLst/>
          </a:prstGeom>
          <a:solidFill>
            <a:srgbClr val="2E405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34901" y="203150"/>
            <a:ext cx="932688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目录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015901" y="1269950"/>
            <a:ext cx="2953360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0"/>
              </a:spcAft>
              <a:buNone/>
            </a:pPr>
            <a:r>
              <a:rPr lang="en-US" sz="2800" b="1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四大分类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396901" y="2244626"/>
            <a:ext cx="256474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标签打印机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396901" y="2933551"/>
            <a:ext cx="256474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工业条码打印机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396901" y="3622477"/>
            <a:ext cx="256474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家用办公打印机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396901" y="4311402"/>
            <a:ext cx="256474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票据打印机（高速）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2E405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80975"/>
            <a:ext cx="2763453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标签打印机 - 便携式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7950" y="952500"/>
            <a:ext cx="1758553" cy="4191000"/>
          </a:xfrm>
          <a:prstGeom prst="roundRect">
            <a:avLst>
              <a:gd name="adj" fmla="val 288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36525" y="952500"/>
            <a:ext cx="0" cy="4191000"/>
          </a:xfrm>
          <a:prstGeom prst="line">
            <a:avLst/>
          </a:prstGeom>
          <a:noFill/>
          <a:ln w="57150">
            <a:solidFill>
              <a:srgbClr val="E67E2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5600" y="1079450"/>
            <a:ext cx="1346811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半寸热转印</a:t>
            </a:r>
            <a:endParaRPr lang="en-US" sz="1300" dirty="0"/>
          </a:p>
        </p:txBody>
      </p:sp>
      <p:pic>
        <p:nvPicPr>
          <p:cNvPr id="7" name="Image 0" descr="C:\Users\Administrator\.claude\skills\pptx\workspace\docum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1752" y="1400026"/>
            <a:ext cx="507950" cy="50795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55600" y="2047577"/>
            <a:ext cx="1320403" cy="161925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丝带、线号等标识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2520404" y="952500"/>
            <a:ext cx="1758702" cy="4191000"/>
          </a:xfrm>
          <a:prstGeom prst="roundRect">
            <a:avLst>
              <a:gd name="adj" fmla="val 288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7"/>
          <p:cNvSpPr/>
          <p:nvPr/>
        </p:nvSpPr>
        <p:spPr>
          <a:xfrm>
            <a:off x="2548979" y="952500"/>
            <a:ext cx="0" cy="4191000"/>
          </a:xfrm>
          <a:prstGeom prst="line">
            <a:avLst/>
          </a:prstGeom>
          <a:noFill/>
          <a:ln w="57150">
            <a:solidFill>
              <a:srgbClr val="E67E2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768054" y="1079450"/>
            <a:ext cx="1346963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2寸</a:t>
            </a:r>
            <a:endParaRPr lang="en-US" sz="1300" dirty="0"/>
          </a:p>
        </p:txBody>
      </p:sp>
      <p:pic>
        <p:nvPicPr>
          <p:cNvPr id="12" name="Image 1" descr="C:\Users\Administrator\.claude\skills\pptx\workspace\retai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4355" y="1400026"/>
            <a:ext cx="507950" cy="50795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768054" y="2047577"/>
            <a:ext cx="1320552" cy="161925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小价签、分类标签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4533007" y="952500"/>
            <a:ext cx="1758553" cy="4191000"/>
          </a:xfrm>
          <a:prstGeom prst="roundRect">
            <a:avLst>
              <a:gd name="adj" fmla="val 288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1"/>
          <p:cNvSpPr/>
          <p:nvPr/>
        </p:nvSpPr>
        <p:spPr>
          <a:xfrm>
            <a:off x="4561582" y="952500"/>
            <a:ext cx="0" cy="4191000"/>
          </a:xfrm>
          <a:prstGeom prst="line">
            <a:avLst/>
          </a:prstGeom>
          <a:noFill/>
          <a:ln w="57150">
            <a:solidFill>
              <a:srgbClr val="E67E22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4780657" y="1079450"/>
            <a:ext cx="1346811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3寸</a:t>
            </a:r>
            <a:endParaRPr lang="en-US" sz="1300" dirty="0"/>
          </a:p>
        </p:txBody>
      </p:sp>
      <p:pic>
        <p:nvPicPr>
          <p:cNvPr id="17" name="Image 2" descr="C:\Users\Administrator\.claude\skills\pptx\workspace\supermarke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6809" y="1400026"/>
            <a:ext cx="507950" cy="50795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780657" y="2047577"/>
            <a:ext cx="1320403" cy="885527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商超价签、食品标签</a:t>
            </a:r>
            <a:endParaRPr lang="en-US" sz="1000" dirty="0"/>
          </a:p>
          <a:p>
            <a:pPr algn="l" marL="88900" indent="-88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货架条码、商品条码</a:t>
            </a:r>
            <a:endParaRPr lang="en-US" sz="1000" dirty="0"/>
          </a:p>
          <a:p>
            <a:pPr algn="l" marL="88900" indent="-88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快递一联单、小外箱标签</a:t>
            </a:r>
            <a:endParaRPr lang="en-US" sz="1000" dirty="0"/>
          </a:p>
          <a:p>
            <a:pPr algn="l" marL="88900" indent="-88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入库标签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2E405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80975"/>
            <a:ext cx="2452557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标签打印机 - 台式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7950" y="952500"/>
            <a:ext cx="1631603" cy="4191000"/>
          </a:xfrm>
          <a:prstGeom prst="roundRect">
            <a:avLst>
              <a:gd name="adj" fmla="val 311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36525" y="952500"/>
            <a:ext cx="0" cy="4191000"/>
          </a:xfrm>
          <a:prstGeom prst="line">
            <a:avLst/>
          </a:prstGeom>
          <a:noFill/>
          <a:ln w="57150">
            <a:solidFill>
              <a:srgbClr val="E67E2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5600" y="1079450"/>
            <a:ext cx="1217322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2.5寸</a:t>
            </a:r>
            <a:endParaRPr lang="en-US" sz="1300" dirty="0"/>
          </a:p>
        </p:txBody>
      </p:sp>
      <p:pic>
        <p:nvPicPr>
          <p:cNvPr id="7" name="Image 0" descr="C:\Users\Administrator\.claude\skills\pptx\workspace\caf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8352" y="1400026"/>
            <a:ext cx="507950" cy="50795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55600" y="2047577"/>
            <a:ext cx="1193453" cy="511076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奶茶、鞋服、烘焙价签</a:t>
            </a:r>
            <a:endParaRPr lang="en-US" sz="1000" dirty="0"/>
          </a:p>
          <a:p>
            <a:pPr algn="l" marL="88900" indent="-88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医疗景区腕带等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2393454" y="952500"/>
            <a:ext cx="1631752" cy="4191000"/>
          </a:xfrm>
          <a:prstGeom prst="roundRect">
            <a:avLst>
              <a:gd name="adj" fmla="val 311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7"/>
          <p:cNvSpPr/>
          <p:nvPr/>
        </p:nvSpPr>
        <p:spPr>
          <a:xfrm>
            <a:off x="2422029" y="952500"/>
            <a:ext cx="0" cy="4191000"/>
          </a:xfrm>
          <a:prstGeom prst="line">
            <a:avLst/>
          </a:prstGeom>
          <a:noFill/>
          <a:ln w="57150">
            <a:solidFill>
              <a:srgbClr val="E67E2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641104" y="1079450"/>
            <a:ext cx="1217474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3寸</a:t>
            </a:r>
            <a:endParaRPr lang="en-US" sz="1300" dirty="0"/>
          </a:p>
        </p:txBody>
      </p:sp>
      <p:pic>
        <p:nvPicPr>
          <p:cNvPr id="12" name="Image 1" descr="C:\Users\Administrator\.claude\skills\pptx\workspace\supermarke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3855" y="1400026"/>
            <a:ext cx="507950" cy="50795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641104" y="2047577"/>
            <a:ext cx="1193602" cy="349151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茶饮、烘焙、商超</a:t>
            </a:r>
            <a:endParaRPr lang="en-US" sz="1000" dirty="0"/>
          </a:p>
          <a:p>
            <a:pPr algn="l" marL="88900" indent="-88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生鲜行业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4279106" y="952500"/>
            <a:ext cx="1631603" cy="4191000"/>
          </a:xfrm>
          <a:prstGeom prst="roundRect">
            <a:avLst>
              <a:gd name="adj" fmla="val 311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1"/>
          <p:cNvSpPr/>
          <p:nvPr/>
        </p:nvSpPr>
        <p:spPr>
          <a:xfrm>
            <a:off x="4307681" y="952500"/>
            <a:ext cx="0" cy="4191000"/>
          </a:xfrm>
          <a:prstGeom prst="line">
            <a:avLst/>
          </a:prstGeom>
          <a:noFill/>
          <a:ln w="57150">
            <a:solidFill>
              <a:srgbClr val="E67E22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4526756" y="1079450"/>
            <a:ext cx="1217322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4寸</a:t>
            </a:r>
            <a:endParaRPr lang="en-US" sz="1300" dirty="0"/>
          </a:p>
        </p:txBody>
      </p:sp>
      <p:pic>
        <p:nvPicPr>
          <p:cNvPr id="17" name="Image 2" descr="C:\Users\Administrator\.claude\skills\pptx\workspace\logistic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9507" y="1400026"/>
            <a:ext cx="507950" cy="50795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526756" y="2047577"/>
            <a:ext cx="1193453" cy="161925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快递仓储面单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2E405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80975"/>
            <a:ext cx="217627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工业条码打印机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34901" y="952500"/>
            <a:ext cx="2648099" cy="4191000"/>
          </a:xfrm>
          <a:prstGeom prst="roundRect">
            <a:avLst>
              <a:gd name="adj" fmla="val 191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663476" y="952500"/>
            <a:ext cx="0" cy="4191000"/>
          </a:xfrm>
          <a:prstGeom prst="line">
            <a:avLst/>
          </a:prstGeom>
          <a:noFill/>
          <a:ln w="57150">
            <a:solidFill>
              <a:srgbClr val="E67E2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9501" y="1206401"/>
            <a:ext cx="1995169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500"/>
              </a:spcAft>
              <a:buNone/>
            </a:pPr>
            <a:r>
              <a:rPr lang="en-US" sz="18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工业4寸（热转印）</a:t>
            </a:r>
            <a:endParaRPr lang="en-US" sz="1800" dirty="0"/>
          </a:p>
        </p:txBody>
      </p:sp>
      <p:pic>
        <p:nvPicPr>
          <p:cNvPr id="7" name="Image 0" descr="C:\Users\Administrator\.claude\skills\pptx\workspace\facto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6451" y="1692176"/>
            <a:ext cx="762000" cy="7620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09501" y="2682776"/>
            <a:ext cx="1995169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应用场景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009501" y="2978051"/>
            <a:ext cx="1956048" cy="200025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工业条码、产品流水标贴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009501" y="3305026"/>
            <a:ext cx="1995169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产品特点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009501" y="3600301"/>
            <a:ext cx="1956048" cy="450800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高耐用性、大批量生产</a:t>
            </a:r>
            <a:endParaRPr lang="en-US" sz="1200" dirty="0"/>
          </a:p>
          <a:p>
            <a:pPr algn="l" marL="101600" indent="-1016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工业级稳定性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2E405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80975"/>
            <a:ext cx="217627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家用办公打印机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7950" y="952500"/>
            <a:ext cx="1640979" cy="4191000"/>
          </a:xfrm>
          <a:prstGeom prst="roundRect">
            <a:avLst>
              <a:gd name="adj" fmla="val 309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36525" y="952500"/>
            <a:ext cx="0" cy="4191000"/>
          </a:xfrm>
          <a:prstGeom prst="line">
            <a:avLst/>
          </a:prstGeom>
          <a:noFill/>
          <a:ln w="57150">
            <a:solidFill>
              <a:srgbClr val="E67E2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5600" y="1079450"/>
            <a:ext cx="122688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半寸</a:t>
            </a:r>
            <a:endParaRPr lang="en-US" sz="1300" dirty="0"/>
          </a:p>
        </p:txBody>
      </p:sp>
      <p:pic>
        <p:nvPicPr>
          <p:cNvPr id="7" name="Image 0" descr="C:\Users\Administrator\.claude\skills\pptx\workspace\h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2965" y="1400026"/>
            <a:ext cx="507950" cy="50795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55600" y="2047577"/>
            <a:ext cx="1202829" cy="161925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收纳、分类、标识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2402830" y="952500"/>
            <a:ext cx="1641128" cy="4191000"/>
          </a:xfrm>
          <a:prstGeom prst="roundRect">
            <a:avLst>
              <a:gd name="adj" fmla="val 3095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7"/>
          <p:cNvSpPr/>
          <p:nvPr/>
        </p:nvSpPr>
        <p:spPr>
          <a:xfrm>
            <a:off x="2431405" y="952500"/>
            <a:ext cx="0" cy="4191000"/>
          </a:xfrm>
          <a:prstGeom prst="line">
            <a:avLst/>
          </a:prstGeom>
          <a:noFill/>
          <a:ln w="57150">
            <a:solidFill>
              <a:srgbClr val="E67E2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650480" y="1079450"/>
            <a:ext cx="1227037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2寸</a:t>
            </a:r>
            <a:endParaRPr lang="en-US" sz="1300" dirty="0"/>
          </a:p>
        </p:txBody>
      </p:sp>
      <p:pic>
        <p:nvPicPr>
          <p:cNvPr id="12" name="Image 1" descr="C:\Users\Administrator\.claude\skills\pptx\workspace\docum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7994" y="1400026"/>
            <a:ext cx="507950" cy="50795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650480" y="2047577"/>
            <a:ext cx="1202978" cy="723602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AI打印机</a:t>
            </a:r>
            <a:endParaRPr lang="en-US" sz="1000" dirty="0"/>
          </a:p>
          <a:p>
            <a:pPr algn="l" marL="88900" indent="-88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家用标签、错题机</a:t>
            </a:r>
            <a:endParaRPr lang="en-US" sz="1000" dirty="0"/>
          </a:p>
          <a:p>
            <a:pPr algn="l" marL="88900" indent="-88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收纳、手帐</a:t>
            </a:r>
            <a:endParaRPr lang="en-US" sz="1000" dirty="0"/>
          </a:p>
          <a:p>
            <a:pPr algn="l" marL="88900" indent="-88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儿童拍立得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4297859" y="952500"/>
            <a:ext cx="1641128" cy="4191000"/>
          </a:xfrm>
          <a:prstGeom prst="roundRect">
            <a:avLst>
              <a:gd name="adj" fmla="val 3095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1"/>
          <p:cNvSpPr/>
          <p:nvPr/>
        </p:nvSpPr>
        <p:spPr>
          <a:xfrm>
            <a:off x="4326434" y="952500"/>
            <a:ext cx="0" cy="4191000"/>
          </a:xfrm>
          <a:prstGeom prst="line">
            <a:avLst/>
          </a:prstGeom>
          <a:noFill/>
          <a:ln w="57150">
            <a:solidFill>
              <a:srgbClr val="E67E22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4545509" y="1079450"/>
            <a:ext cx="1227037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8寸</a:t>
            </a:r>
            <a:endParaRPr lang="en-US" sz="1300" dirty="0"/>
          </a:p>
        </p:txBody>
      </p:sp>
      <p:pic>
        <p:nvPicPr>
          <p:cNvPr id="17" name="Image 2" descr="C:\Users\Administrator\.claude\skills\pptx\workspace\shippin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3022" y="1400026"/>
            <a:ext cx="507950" cy="50795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545509" y="2047577"/>
            <a:ext cx="1202978" cy="511076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A4办公文档、作业</a:t>
            </a:r>
            <a:endParaRPr lang="en-US" sz="1000" dirty="0"/>
          </a:p>
          <a:p>
            <a:pPr algn="l" marL="88900" indent="-88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文身工作室、贴纸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2E405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95263"/>
            <a:ext cx="256474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票据打印机（高速）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62000" y="1015901"/>
            <a:ext cx="1994892" cy="4127599"/>
          </a:xfrm>
          <a:prstGeom prst="roundRect">
            <a:avLst>
              <a:gd name="adj" fmla="val 2547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790575" y="1015901"/>
            <a:ext cx="0" cy="4127599"/>
          </a:xfrm>
          <a:prstGeom prst="line">
            <a:avLst/>
          </a:prstGeom>
          <a:noFill/>
          <a:ln w="57150">
            <a:solidFill>
              <a:srgbClr val="E67E2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8751" y="1206401"/>
            <a:ext cx="145853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58mm</a:t>
            </a:r>
            <a:endParaRPr lang="en-US" sz="1600" dirty="0"/>
          </a:p>
        </p:txBody>
      </p:sp>
      <p:pic>
        <p:nvPicPr>
          <p:cNvPr id="7" name="Image 0" descr="C:\Users\Administrator\.claude\skills\pptx\workspace\retai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70571" y="1571476"/>
            <a:ext cx="634901" cy="63490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73051" y="2371427"/>
            <a:ext cx="1429941" cy="622250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应用：商超、外卖</a:t>
            </a:r>
            <a:endParaRPr lang="en-US" sz="1100" dirty="0"/>
          </a:p>
          <a:p>
            <a:pPr algn="l" marL="101600" indent="-1016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市场：国内、东南亚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3137892" y="1015901"/>
            <a:ext cx="1995041" cy="4127599"/>
          </a:xfrm>
          <a:prstGeom prst="roundRect">
            <a:avLst>
              <a:gd name="adj" fmla="val 254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7"/>
          <p:cNvSpPr/>
          <p:nvPr/>
        </p:nvSpPr>
        <p:spPr>
          <a:xfrm>
            <a:off x="3166467" y="1015901"/>
            <a:ext cx="0" cy="4127599"/>
          </a:xfrm>
          <a:prstGeom prst="line">
            <a:avLst/>
          </a:prstGeom>
          <a:noFill/>
          <a:ln w="57150">
            <a:solidFill>
              <a:srgbClr val="E67E2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434642" y="1206401"/>
            <a:ext cx="1458691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80mm（切刀）</a:t>
            </a:r>
            <a:endParaRPr lang="en-US" sz="1600" dirty="0"/>
          </a:p>
        </p:txBody>
      </p:sp>
      <p:pic>
        <p:nvPicPr>
          <p:cNvPr id="12" name="Image 1" descr="C:\Users\Administrator\.claude\skills\pptx\workspace\supermarke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6463" y="1609576"/>
            <a:ext cx="634901" cy="63490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448943" y="2409527"/>
            <a:ext cx="1430089" cy="431750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应用：商超</a:t>
            </a:r>
            <a:endParaRPr lang="en-US" sz="1100" dirty="0"/>
          </a:p>
          <a:p>
            <a:pPr algn="l" marL="101600" indent="-1016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市场：欧美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C28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82241" y="1236166"/>
            <a:ext cx="6579519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0"/>
              </a:spcAft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打印机分类体系总结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282241" y="2226766"/>
            <a:ext cx="6579519" cy="731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80"/>
              </a:lnSpc>
              <a:spcAft>
                <a:spcPts val="3500"/>
              </a:spcAft>
              <a:buNone/>
            </a:pPr>
            <a:r>
              <a:rPr lang="en-US" sz="1800" dirty="0">
                <a:solidFill>
                  <a:srgbClr val="ECF0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四大类打印机覆盖从</a:t>
            </a:r>
            <a:pPr algn="ctr" indent="0" marL="0">
              <a:lnSpc>
                <a:spcPts val="2880"/>
              </a:lnSpc>
              <a:spcAft>
                <a:spcPts val="3500"/>
              </a:spcAft>
              <a:buNone/>
            </a:pPr>
            <a:r>
              <a:rPr lang="en-US" sz="18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家用</a:t>
            </a:r>
            <a:pPr algn="ctr" indent="0" marL="0">
              <a:lnSpc>
                <a:spcPts val="2880"/>
              </a:lnSpc>
              <a:spcAft>
                <a:spcPts val="3500"/>
              </a:spcAft>
              <a:buNone/>
            </a:pPr>
            <a:r>
              <a:rPr lang="en-US" sz="1800" dirty="0">
                <a:solidFill>
                  <a:srgbClr val="ECF0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到</a:t>
            </a:r>
            <a:pPr algn="ctr" indent="0" marL="0">
              <a:lnSpc>
                <a:spcPts val="2880"/>
              </a:lnSpc>
              <a:spcAft>
                <a:spcPts val="3500"/>
              </a:spcAft>
              <a:buNone/>
            </a:pPr>
            <a:r>
              <a:rPr lang="en-US" sz="18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工业</a:t>
            </a:r>
            <a:pPr algn="ctr" indent="0" marL="0">
              <a:lnSpc>
                <a:spcPts val="2880"/>
              </a:lnSpc>
              <a:spcAft>
                <a:spcPts val="3500"/>
              </a:spcAft>
              <a:buNone/>
            </a:pPr>
            <a:r>
              <a:rPr lang="en-US" sz="1800" dirty="0">
                <a:solidFill>
                  <a:srgbClr val="ECF0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的全场景应用，</a:t>
            </a:r>
            <a:endParaRPr lang="en-US" sz="1800" dirty="0"/>
          </a:p>
          <a:p>
            <a:pPr algn="ctr" indent="0" marL="0">
              <a:lnSpc>
                <a:spcPts val="2880"/>
              </a:lnSpc>
              <a:spcAft>
                <a:spcPts val="3500"/>
              </a:spcAft>
              <a:buNone/>
            </a:pPr>
            <a:r>
              <a:rPr lang="en-US" sz="1800" dirty="0">
                <a:solidFill>
                  <a:srgbClr val="ECF0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满足不同行业和用途的需求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346746" y="3402509"/>
            <a:ext cx="1269802" cy="504825"/>
          </a:xfrm>
          <a:prstGeom prst="roundRect">
            <a:avLst>
              <a:gd name="adj" fmla="val 15094"/>
            </a:avLst>
          </a:prstGeom>
          <a:solidFill>
            <a:srgbClr val="34495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593026" y="3554909"/>
            <a:ext cx="77724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标签打印机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870448" y="3402509"/>
            <a:ext cx="1574602" cy="504825"/>
          </a:xfrm>
          <a:prstGeom prst="roundRect">
            <a:avLst>
              <a:gd name="adj" fmla="val 15094"/>
            </a:avLst>
          </a:prstGeom>
          <a:solidFill>
            <a:srgbClr val="34495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113681" y="3554909"/>
            <a:ext cx="108813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工业条码打印机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698950" y="3402509"/>
            <a:ext cx="1574602" cy="504825"/>
          </a:xfrm>
          <a:prstGeom prst="roundRect">
            <a:avLst>
              <a:gd name="adj" fmla="val 15094"/>
            </a:avLst>
          </a:prstGeom>
          <a:solidFill>
            <a:srgbClr val="34495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942183" y="3554909"/>
            <a:ext cx="108813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家用办公打印机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527453" y="3402509"/>
            <a:ext cx="1269802" cy="504825"/>
          </a:xfrm>
          <a:prstGeom prst="roundRect">
            <a:avLst>
              <a:gd name="adj" fmla="val 15094"/>
            </a:avLst>
          </a:prstGeom>
          <a:solidFill>
            <a:srgbClr val="34495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773734" y="3554909"/>
            <a:ext cx="77724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票据打印机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打印机分类体系</dc:title>
  <dc:subject>PptxGenJS Presentation</dc:subject>
  <dc:creator>Claude</dc:creator>
  <cp:lastModifiedBy>Claude</cp:lastModifiedBy>
  <cp:revision>1</cp:revision>
  <dcterms:created xsi:type="dcterms:W3CDTF">2026-03-19T01:44:26Z</dcterms:created>
  <dcterms:modified xsi:type="dcterms:W3CDTF">2026-03-19T01:44:26Z</dcterms:modified>
</cp:coreProperties>
</file>